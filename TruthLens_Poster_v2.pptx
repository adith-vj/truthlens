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635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6830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200" b="0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6830568" cy="274320"/>
          </a:xfrm>
          <a:prstGeom prst="rect">
            <a:avLst/>
          </a:prstGeom>
          <a:solidFill>
            <a:srgbClr val="0064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683056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Times New Roman"/>
              </a:rPr>
              <a:t>Title: </a:t>
            </a:r>
            <a:r>
              <a:rPr sz="1600" b="1" dirty="0" err="1">
                <a:latin typeface="Times New Roman"/>
              </a:rPr>
              <a:t>TruthLens</a:t>
            </a:r>
            <a:r>
              <a:rPr sz="1600" b="1" dirty="0">
                <a:latin typeface="Times New Roman"/>
              </a:rPr>
              <a:t>: Real-Time Fake News, Bias, and Deepfake Detection Browser Extension
</a:t>
            </a:r>
          </a:p>
          <a:p>
            <a:pPr algn="ctr"/>
            <a:r>
              <a:rPr sz="1200" b="0" dirty="0">
                <a:latin typeface="Times New Roman"/>
              </a:rPr>
              <a:t>Project ID: Batch X       |       Project Team Name: </a:t>
            </a:r>
            <a:r>
              <a:rPr sz="1200" b="0" dirty="0" err="1">
                <a:latin typeface="Times New Roman"/>
              </a:rPr>
              <a:t>TruthLens</a:t>
            </a:r>
            <a:endParaRPr sz="1200" b="0" dirty="0">
              <a:latin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Times New Roman"/>
              </a:rPr>
              <a:t>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22585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200" b="0">
                <a:latin typeface="Times New Roman"/>
              </a:rPr>
              <a:t>Develop a robust browser extension for real-time fake news and bias detection.</a:t>
            </a:r>
          </a:p>
          <a:p>
            <a:r>
              <a:rPr sz="1200" b="0" dirty="0">
                <a:latin typeface="Times New Roman"/>
              </a:rPr>
              <a:t>Implement multi-layer claim verification: classification -&gt; Google Fact Check.</a:t>
            </a:r>
          </a:p>
          <a:p>
            <a:r>
              <a:rPr sz="1200" b="0" dirty="0">
                <a:latin typeface="Times New Roman"/>
              </a:rPr>
              <a:t>Integrate deepfake and AI image detection using Vision Transformers.</a:t>
            </a:r>
          </a:p>
          <a:p>
            <a:r>
              <a:rPr sz="1200" b="0" dirty="0">
                <a:latin typeface="Times New Roman"/>
              </a:rPr>
              <a:t>Build a real-time text analysis engine using BERT and </a:t>
            </a:r>
            <a:r>
              <a:rPr sz="1200" b="0" dirty="0" err="1">
                <a:latin typeface="Times New Roman"/>
              </a:rPr>
              <a:t>RoBERTa</a:t>
            </a:r>
            <a:r>
              <a:rPr sz="1200" b="0" dirty="0">
                <a:latin typeface="Times New Roman"/>
              </a:rPr>
              <a:t>.</a:t>
            </a:r>
          </a:p>
          <a:p>
            <a:r>
              <a:rPr sz="1200" b="0" dirty="0">
                <a:latin typeface="Times New Roman"/>
              </a:rPr>
              <a:t>Provide contextual explanations and domain reputation in-browser.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56032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834640"/>
            <a:ext cx="22585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200" b="0">
                <a:latin typeface="Times New Roman"/>
              </a:rPr>
              <a:t>Misinformation and deepfakes remain a critical societal concern in the digital age. Most fact-checking requires manual effort.</a:t>
            </a:r>
          </a:p>
          <a:p>
            <a:r>
              <a:rPr sz="1200" b="0">
                <a:latin typeface="Times New Roman"/>
              </a:rPr>
              <a:t>TruthLens bridges the gap between passive consumption and active verification.</a:t>
            </a:r>
          </a:p>
          <a:p>
            <a:r>
              <a:rPr sz="1200" b="0">
                <a:latin typeface="Times New Roman"/>
              </a:rPr>
              <a:t>The system autonomously detects dubious claims in text and suspicious artifacts in images.</a:t>
            </a:r>
          </a:p>
          <a:p>
            <a:r>
              <a:rPr sz="1200" b="0">
                <a:latin typeface="Times New Roman"/>
              </a:rPr>
              <a:t>It provides real-time alerts, verifying claims, and highlighting potential deepfakes.</a:t>
            </a:r>
          </a:p>
          <a:p>
            <a:r>
              <a:rPr sz="1200" b="0">
                <a:latin typeface="Times New Roman"/>
              </a:rPr>
              <a:t>The architecture employs a Chrome Extension content script and a FastAPI backend.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56032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225856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200" b="1">
                <a:latin typeface="Times New Roman"/>
              </a:rPr>
              <a:t>Environment Setup:</a:t>
            </a:r>
            <a:r>
              <a:rPr sz="1200" b="0">
                <a:latin typeface="Times New Roman"/>
              </a:rPr>
              <a:t> Chrome Extension, FastAPI backend, Python, Transformers.</a:t>
            </a:r>
          </a:p>
          <a:p>
            <a:r>
              <a:rPr sz="1200" b="1">
                <a:latin typeface="Times New Roman"/>
              </a:rPr>
              <a:t>Fake News Detection:</a:t>
            </a:r>
            <a:r>
              <a:rPr sz="1200" b="0">
                <a:latin typeface="Times New Roman"/>
              </a:rPr>
              <a:t> Real-time text analysis using dhruvpal/fake-news-bert.</a:t>
            </a:r>
          </a:p>
          <a:p>
            <a:r>
              <a:rPr sz="1200" b="1">
                <a:latin typeface="Times New Roman"/>
              </a:rPr>
              <a:t>Bias Analysis:</a:t>
            </a:r>
            <a:r>
              <a:rPr sz="1200" b="0">
                <a:latin typeface="Times New Roman"/>
              </a:rPr>
              <a:t> valurank/distilroberta-bias for tone detection.</a:t>
            </a:r>
          </a:p>
          <a:p>
            <a:r>
              <a:rPr sz="1200" b="1">
                <a:latin typeface="Times New Roman"/>
              </a:rPr>
              <a:t>Image Detection:</a:t>
            </a:r>
            <a:r>
              <a:rPr sz="1200" b="0">
                <a:latin typeface="Times New Roman"/>
              </a:rPr>
              <a:t> MediaPipe BlazeFace for face gating, AI-image-detector for vision.</a:t>
            </a:r>
          </a:p>
          <a:p>
            <a:r>
              <a:rPr sz="1200" b="1">
                <a:latin typeface="Times New Roman"/>
              </a:rPr>
              <a:t>Evidence:</a:t>
            </a:r>
            <a:r>
              <a:rPr sz="1200" b="0">
                <a:latin typeface="Times New Roman"/>
              </a:rPr>
              <a:t> Highlighting dubious text claims in-browser.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85800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 Figures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713232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200" b="0">
                <a:latin typeface="Times New Roman"/>
              </a:rPr>
              <a:t>(Insert Screenshots of TruthLens Chrome Extension here)</a:t>
            </a:r>
          </a:p>
          <a:p>
            <a:r>
              <a:rPr sz="1200" b="0">
                <a:latin typeface="Times New Roman"/>
              </a:rPr>
              <a:t>- Popup interface showing bias meter.</a:t>
            </a:r>
          </a:p>
          <a:p>
            <a:r>
              <a:rPr sz="1200" b="0">
                <a:latin typeface="Times New Roman"/>
              </a:rPr>
              <a:t>- In-page highlighting.</a:t>
            </a:r>
          </a:p>
          <a:p>
            <a:r>
              <a:rPr sz="1200" b="0">
                <a:latin typeface="Times New Roman"/>
              </a:rPr>
              <a:t>- Deepfake detection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685800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713232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200" b="1">
                <a:latin typeface="Times New Roman"/>
              </a:rPr>
              <a:t>Fake News Detection:</a:t>
            </a:r>
            <a:r>
              <a:rPr sz="1200" b="0">
                <a:latin typeface="Times New Roman"/>
              </a:rPr>
              <a:t> High accuracy classifying claims.</a:t>
            </a:r>
          </a:p>
          <a:p>
            <a:r>
              <a:rPr sz="1200" b="1">
                <a:latin typeface="Times New Roman"/>
              </a:rPr>
              <a:t>Bias &amp; Tone:</a:t>
            </a:r>
            <a:r>
              <a:rPr sz="1200" b="0">
                <a:latin typeface="Times New Roman"/>
              </a:rPr>
              <a:t> Robust detection of political bias using DistilRoBERTa.</a:t>
            </a:r>
          </a:p>
          <a:p>
            <a:r>
              <a:rPr sz="1200" b="1">
                <a:latin typeface="Times New Roman"/>
              </a:rPr>
              <a:t>Deepfake Recognition:</a:t>
            </a:r>
            <a:r>
              <a:rPr sz="1200" b="0">
                <a:latin typeface="Times New Roman"/>
              </a:rPr>
              <a:t> Accurate identification of AI-generated faces.</a:t>
            </a:r>
          </a:p>
          <a:p>
            <a:r>
              <a:rPr sz="1200" b="1">
                <a:latin typeface="Times New Roman"/>
              </a:rPr>
              <a:t>System Performance:</a:t>
            </a:r>
            <a:r>
              <a:rPr sz="1200" b="0">
                <a:latin typeface="Times New Roman"/>
              </a:rPr>
              <a:t> Real-time inference &lt; 2 seconds for text claims.</a:t>
            </a:r>
          </a:p>
          <a:p>
            <a:r>
              <a:rPr sz="1200" b="1">
                <a:latin typeface="Times New Roman"/>
              </a:rPr>
              <a:t>Conclusion:</a:t>
            </a:r>
            <a:r>
              <a:rPr sz="1200" b="0">
                <a:latin typeface="Times New Roman"/>
              </a:rPr>
              <a:t> TruthLens transforms a browser into a digital guardian.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6858000"/>
            <a:ext cx="2258568" cy="2743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7132320"/>
            <a:ext cx="225856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200" b="0">
                <a:latin typeface="Times New Roman"/>
              </a:rPr>
              <a:t>[1] Devlin, J. et al. (2018). BERT: Pre-training.</a:t>
            </a:r>
          </a:p>
          <a:p>
            <a:r>
              <a:rPr sz="1200" b="0">
                <a:latin typeface="Times New Roman"/>
              </a:rPr>
              <a:t>[2] Liu, Y. et al. (2019). RoBERTa.</a:t>
            </a:r>
          </a:p>
          <a:p>
            <a:r>
              <a:rPr sz="1200" b="0">
                <a:latin typeface="Times New Roman"/>
              </a:rPr>
              <a:t>[3] Lugaresi, C. et al. (2019). MediaPipe.</a:t>
            </a:r>
          </a:p>
          <a:p>
            <a:r>
              <a:rPr sz="1200" b="0">
                <a:latin typeface="Times New Roman"/>
              </a:rPr>
              <a:t>[4] Google Fact Check Tools API.</a:t>
            </a:r>
          </a:p>
          <a:p>
            <a:r>
              <a:rPr sz="1200" b="0">
                <a:latin typeface="Times New Roman"/>
              </a:rPr>
              <a:t>[5] HuggingFace Model Hub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0149840"/>
            <a:ext cx="6830568" cy="36576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000000"/>
                </a:solidFill>
                <a:latin typeface="Times New Roman"/>
              </a:rPr>
              <a:t>Additional Information / Contact: Dept. of Computer Science | Team: Adith Vijay, Akshay P Naik, Chetan N Banakar, Harshit Verma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142A7D-3379-3323-11C0-133114B73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" y="-72247"/>
            <a:ext cx="7562850" cy="10844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388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Adith Vijay</cp:lastModifiedBy>
  <cp:revision>2</cp:revision>
  <dcterms:created xsi:type="dcterms:W3CDTF">2013-01-27T09:14:16Z</dcterms:created>
  <dcterms:modified xsi:type="dcterms:W3CDTF">2026-08-31T13:32:18Z</dcterms:modified>
  <cp:category/>
</cp:coreProperties>
</file>