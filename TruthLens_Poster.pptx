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175200" cy="429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2651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006400"/>
                </a:solidFill>
              </a:rPr>
              <a:t>BANGALORE INSTITUTE OF TECHNOLOGY
</a:t>
            </a:r>
          </a:p>
          <a:p>
            <a:pPr algn="ctr"/>
            <a:r>
              <a:rPr sz="5000" b="1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657600"/>
            <a:ext cx="26517600" cy="1371600"/>
          </a:xfrm>
          <a:prstGeom prst="rect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b="1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0"/>
            <a:ext cx="2651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/>
              <a:t>Title: TruthLens: Real-Time Fake News, Bias, and Deepfake Detection Browser Extension
</a:t>
            </a:r>
          </a:p>
          <a:p>
            <a:pPr algn="ctr"/>
            <a:r>
              <a:rPr sz="3600"/>
              <a:t>Adith V J | Dept. of Computer Science | BIT, Bengaluru (VTU)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8229600"/>
            <a:ext cx="86868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FFFFFF"/>
                </a:solidFill>
              </a:rPr>
              <a:t>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326880"/>
            <a:ext cx="8686800" cy="153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2800"/>
              <a:t>Develop a robust browser extension for real-time fake news and bias detection without requiring manual user intervention.</a:t>
            </a:r>
          </a:p>
          <a:p>
            <a:pPr/>
            <a:r>
              <a:rPr sz="2800"/>
              <a:t>Implement multi-layer claim verification: claim classification -&gt; Google Fact Check -&gt; LLM/search fallback.</a:t>
            </a:r>
          </a:p>
          <a:p>
            <a:pPr/>
            <a:r>
              <a:rPr sz="2800"/>
              <a:t>Integrate deepfake and AI-generated image detection using Vision Transformers and MediaPipe BlazeFace for face gating.</a:t>
            </a:r>
          </a:p>
          <a:p>
            <a:pPr/>
            <a:r>
              <a:rPr sz="2800"/>
              <a:t>Build a real-time text analysis engine using BERT for fake news and RoBERTa for tone/bias detection.</a:t>
            </a:r>
          </a:p>
          <a:p>
            <a:pPr/>
            <a:r>
              <a:rPr sz="2800"/>
              <a:t>Provide contextual explanations and domain reputation scoring in-browser.</a:t>
            </a:r>
          </a:p>
          <a:p>
            <a:pPr/>
            <a:r>
              <a:rPr sz="2800"/>
              <a:t>Validate system through comprehensive testing across diverse news sources and image datasets.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8229600"/>
            <a:ext cx="86868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FFFFFF"/>
                </a:solidFill>
              </a:rPr>
              <a:t>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9326880"/>
            <a:ext cx="8686800" cy="153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2800"/>
              <a:t>Misinformation and deepfakes remain a critical societal concern in the digital age. Despite numerous fact-checking websites, most require manual effort.</a:t>
            </a:r>
          </a:p>
          <a:p>
            <a:pPr/>
            <a:r>
              <a:rPr sz="2800"/>
              <a:t>TruthLens bridges the gap between passive consumption and active verification through AI-driven claim and media analysis.</a:t>
            </a:r>
          </a:p>
          <a:p>
            <a:pPr/>
            <a:r>
              <a:rPr sz="2800"/>
              <a:t>The system autonomously detects dubious claims in text and suspicious artifacts in images as users browse the web.</a:t>
            </a:r>
          </a:p>
          <a:p>
            <a:pPr/>
            <a:r>
              <a:rPr sz="2800"/>
              <a:t>Upon detection, the system provides real-time in-browser alerts, explaining the bias, verifying claims, and highlighting potential deepfakes.</a:t>
            </a:r>
          </a:p>
          <a:p>
            <a:pPr/>
            <a:r>
              <a:rPr sz="2800"/>
              <a:t>The architecture employs a Chrome Extension content script for continuous background monitoring, and a FastAPI backend for text and image inference using transformer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0" y="8229600"/>
            <a:ext cx="86868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FFFFFF"/>
                </a:solidFill>
              </a:rPr>
              <a:t>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0" y="9326880"/>
            <a:ext cx="8686800" cy="1536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rPr sz="2800"/>
              <a:t>Environment Setup:</a:t>
            </a:r>
          </a:p>
          <a:p>
            <a:pPr/>
            <a:r>
              <a:rPr sz="2800"/>
              <a:t>Chrome Extension (Manifest V3), FastAPI backend, Python.</a:t>
            </a:r>
          </a:p>
          <a:p>
            <a:pPr/>
            <a:r>
              <a:rPr sz="2800"/>
              <a:t>HuggingFace Transformers, MediaPipe.</a:t>
            </a:r>
          </a:p>
          <a:p>
            <a:pPr>
              <a:defRPr b="1"/>
            </a:pPr>
            <a:r>
              <a:rPr sz="2800"/>
              <a:t>Fake News &amp; Bias Detection:</a:t>
            </a:r>
          </a:p>
          <a:p>
            <a:pPr/>
            <a:r>
              <a:rPr sz="2800"/>
              <a:t>Real-time text analysis via content scripts.</a:t>
            </a:r>
          </a:p>
          <a:p>
            <a:pPr/>
            <a:r>
              <a:rPr sz="2800"/>
              <a:t>dhruvpal/fake-news-bert for text classification.</a:t>
            </a:r>
          </a:p>
          <a:p>
            <a:pPr/>
            <a:r>
              <a:rPr sz="2800"/>
              <a:t>valurank/distilroberta-bias for tone detection.</a:t>
            </a:r>
          </a:p>
          <a:p>
            <a:pPr/>
            <a:r>
              <a:rPr sz="2800"/>
              <a:t>Multi-layer pipeline: classification -&gt; Google Fact check API -&gt; LLM fallback.</a:t>
            </a:r>
          </a:p>
          <a:p>
            <a:pPr>
              <a:defRPr b="1"/>
            </a:pPr>
            <a:r>
              <a:rPr sz="2800"/>
              <a:t>Image &amp; Deepfake Detection:</a:t>
            </a:r>
          </a:p>
          <a:p>
            <a:pPr/>
            <a:r>
              <a:rPr sz="2800"/>
              <a:t>MediaPipe BlazeFace for face gating.</a:t>
            </a:r>
          </a:p>
          <a:p>
            <a:pPr/>
            <a:r>
              <a:rPr sz="2800"/>
              <a:t>umm-maybe/AI-image-detector &amp; dima806/deepfake_vs_real_image_detection for vision.</a:t>
            </a:r>
          </a:p>
          <a:p>
            <a:pPr>
              <a:defRPr b="1"/>
            </a:pPr>
            <a:r>
              <a:rPr sz="2800"/>
              <a:t>Evidence Collection:</a:t>
            </a:r>
          </a:p>
          <a:p>
            <a:pPr/>
            <a:r>
              <a:rPr sz="2800"/>
              <a:t>Highlighting dubious text claims in-browser.</a:t>
            </a:r>
          </a:p>
          <a:p>
            <a:pPr/>
            <a:r>
              <a:rPr sz="2800"/>
              <a:t>Real-time popup insights for domain reputation.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5603200"/>
            <a:ext cx="86868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FFFFFF"/>
                </a:solidFill>
              </a:rPr>
              <a:t> Figures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700480"/>
            <a:ext cx="8686800" cy="1261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2800"/>
              <a:t>(Insert Screenshots of TruthLens Chrome Extension here)</a:t>
            </a:r>
          </a:p>
          <a:p>
            <a:pPr/>
            <a:r>
              <a:rPr sz="2800"/>
              <a:t>- Popup interface showing bias meter.</a:t>
            </a:r>
          </a:p>
          <a:p>
            <a:pPr/>
            <a:r>
              <a:rPr sz="2800"/>
              <a:t>- In-page highlighting of fake news.</a:t>
            </a:r>
          </a:p>
          <a:p>
            <a:pPr/>
            <a:r>
              <a:rPr sz="2800"/>
              <a:t>- Deepfake detection results on images.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25603200"/>
            <a:ext cx="86868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FFFFFF"/>
                </a:solidFill>
              </a:rPr>
              <a:t>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6700480"/>
            <a:ext cx="8686800" cy="1261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rPr sz="2800"/>
              <a:t>Fake News Detection:</a:t>
            </a:r>
          </a:p>
          <a:p>
            <a:pPr/>
            <a:r>
              <a:rPr sz="2800"/>
              <a:t>High accuracy in classifying dubious claims using BERT.</a:t>
            </a:r>
          </a:p>
          <a:p>
            <a:pPr/>
            <a:r>
              <a:rPr sz="2800"/>
              <a:t>Effectively mitigates false positives via multi-layer verification.</a:t>
            </a:r>
          </a:p>
          <a:p>
            <a:pPr>
              <a:defRPr b="1"/>
            </a:pPr>
            <a:r>
              <a:rPr sz="2800"/>
              <a:t>Bias &amp; Tone Analysis:</a:t>
            </a:r>
          </a:p>
          <a:p>
            <a:pPr/>
            <a:r>
              <a:rPr sz="2800"/>
              <a:t>Robust detection of political bias and emotional tone using DistilRoBERTa.</a:t>
            </a:r>
          </a:p>
          <a:p>
            <a:pPr>
              <a:defRPr b="1"/>
            </a:pPr>
            <a:r>
              <a:rPr sz="2800"/>
              <a:t>Deepfake Recognition:</a:t>
            </a:r>
          </a:p>
          <a:p>
            <a:pPr/>
            <a:r>
              <a:rPr sz="2800"/>
              <a:t>Accurate identification of AI-generated faces and artifacts.</a:t>
            </a:r>
          </a:p>
          <a:p>
            <a:pPr/>
            <a:r>
              <a:rPr sz="2800"/>
              <a:t>Efficient face-gating using BlazeFace reduces unnecessary inference overhead.</a:t>
            </a:r>
          </a:p>
          <a:p>
            <a:pPr>
              <a:defRPr b="1"/>
            </a:pPr>
            <a:r>
              <a:rPr sz="2800"/>
              <a:t>System Performance:</a:t>
            </a:r>
          </a:p>
          <a:p>
            <a:pPr/>
            <a:r>
              <a:rPr sz="2800"/>
              <a:t>Real-time inference &lt; 2 seconds for text claims.</a:t>
            </a:r>
          </a:p>
          <a:p>
            <a:pPr/>
            <a:r>
              <a:rPr sz="2800"/>
              <a:t>Lightweight Chrome extension with minimal impact on browser performance.</a:t>
            </a:r>
          </a:p>
          <a:p>
            <a:pPr>
              <a:defRPr b="1"/>
            </a:pPr>
            <a:r>
              <a:rPr sz="2800"/>
              <a:t>Conclusion:</a:t>
            </a:r>
          </a:p>
          <a:p>
            <a:pPr/>
            <a:r>
              <a:rPr sz="2800"/>
              <a:t>TruthLens transforms a standard browser into an active digital guardian.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0" y="25603200"/>
            <a:ext cx="86868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000" b="1">
                <a:solidFill>
                  <a:srgbClr val="FFFFFF"/>
                </a:solidFill>
              </a:rPr>
              <a:t>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0" y="26700480"/>
            <a:ext cx="8686800" cy="1261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2800"/>
              <a:t>[1] Devlin, J. et al. (2018). BERT: Pre-training of Deep Bidirectional Transformers for Language Understanding.</a:t>
            </a:r>
          </a:p>
          <a:p>
            <a:pPr/>
            <a:r>
              <a:rPr sz="2800"/>
              <a:t>[2] Liu, Y. et al. (2019). RoBERTa: A Robustly Optimized BERT Pretraining Approach.</a:t>
            </a:r>
          </a:p>
          <a:p>
            <a:pPr/>
            <a:r>
              <a:rPr sz="2800"/>
              <a:t>[3] Lugaresi, C. et al. (2019). MediaPipe: A Framework for Building Perception Pipelines.</a:t>
            </a:r>
          </a:p>
          <a:p>
            <a:pPr/>
            <a:r>
              <a:rPr sz="2800"/>
              <a:t>[4] Google Fact Check Tools API Documentation.</a:t>
            </a:r>
          </a:p>
          <a:p>
            <a:pPr/>
            <a:r>
              <a:rPr sz="2800"/>
              <a:t>[5] HuggingFace Model Hub (dhruvpal/fake-news-bert, valurank/distilroberta-bias, umm-maybe/AI-image-detector).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0233600"/>
            <a:ext cx="26974800" cy="9144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000000"/>
                </a:solidFill>
              </a:rPr>
              <a:t>Additional Information / Contact: Guide: (TBD) | Dept. of CS, BIT Bengaluru | Team: Adith V 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